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58" r:id="rId6"/>
    <p:sldId id="261" r:id="rId7"/>
    <p:sldId id="259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8918C-94E3-FC13-E909-FE577E8AF9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C90A44-33D4-B554-0D22-7807A713A6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98913-DD64-38BE-54AE-12E10EC18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B3082-9C42-4EDB-BA4C-00D2A93205F4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E11572-500E-C0FF-3178-C288BEDA9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2A6D3-28F7-550D-73F8-2F6F4BFC8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A4FA3-C10C-41B7-8347-9635F3B96A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116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1D9AC-A66E-351E-244F-2BC7692D8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D64B3-F0F1-4722-9179-9B6BBC15A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CA2F9-5CCF-D511-6569-0177B6EAF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B3082-9C42-4EDB-BA4C-00D2A93205F4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CDD34-630B-428C-3F1E-0055D8F4C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453C0-1A3D-DC09-8549-2C1E60300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A4FA3-C10C-41B7-8347-9635F3B96A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2065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32295-8B34-B53C-9E46-1B71CD733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27AC9B-D948-1BE2-4F15-7AB593B17E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77517-33F8-C36B-036F-EECD258D1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B3082-9C42-4EDB-BA4C-00D2A93205F4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F7D1F-44C5-8EA7-CEE4-0CDBEB07F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8FB8B-FF51-7BFD-2629-C5BAB61B1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A4FA3-C10C-41B7-8347-9635F3B96A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6087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017D3-5962-F08B-9648-7F6DACE86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2071E-D713-9D70-C93E-FC80F925DC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F5F26D-4283-F348-FE05-2D528578F2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609906-F4E3-7F84-A2C6-9B0A24EEC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B3082-9C42-4EDB-BA4C-00D2A93205F4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807A4B-AB02-5BA0-A0B2-36ABA515E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554274-5CC9-8539-5EDB-C3C38529A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A4FA3-C10C-41B7-8347-9635F3B96A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272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53F00-15FA-4F25-005A-956A77766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CB1527-4E44-3E27-0362-3A0D69B52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09E950-DF28-84F4-460E-63966E7B6E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7AD09D-BE66-7BAE-AC22-8507DE22DC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4DA3BF-A2C7-DAFA-6E5E-6DC601A0A5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B3D0E1-8D7B-E8F4-1671-E67269C36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B3082-9C42-4EDB-BA4C-00D2A93205F4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0EB1CA-E71F-4800-2F6F-D8B98B242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FE7F62-49F0-23DA-68A1-5E9559807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A4FA3-C10C-41B7-8347-9635F3B96A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9728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92F16-2F98-B808-7633-EB26F433A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664ED3-A65C-68AE-CFD8-856E28A2F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B3082-9C42-4EDB-BA4C-00D2A93205F4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403358-F8C4-5077-BA51-B281967BD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E67E4-EF96-A18A-9C3F-DB77179CB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A4FA3-C10C-41B7-8347-9635F3B96A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218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25F8DF-1B58-85EA-3DAD-D172F03B4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B3082-9C42-4EDB-BA4C-00D2A93205F4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3F1080-6D92-CC69-7E01-2EE2F53F9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5099F5-C373-8739-0AAE-F7781F272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A4FA3-C10C-41B7-8347-9635F3B96A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129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C412E-816F-0798-2E84-208D2BD1E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B80CF-234D-B779-975C-F468F4E2E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AAA5FD-06B3-5FCF-F6C1-8289BCA934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A0B3F6-0847-EA1F-B8CD-12B0A373B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B3082-9C42-4EDB-BA4C-00D2A93205F4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C53588-C332-CCEE-A1FE-CF9914EE7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377418-1020-94D1-08D1-596D59318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A4FA3-C10C-41B7-8347-9635F3B96A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6657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C7F2C-2BAA-DB06-2F38-2CA94BDE0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D4A829-1B22-57D8-B843-7DB0DC6771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4A9364-2473-34FE-D8B1-F2A32C1195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4A159E-3239-2B8D-8AFA-91B3B2AF3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B3082-9C42-4EDB-BA4C-00D2A93205F4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2DB00D-86D4-6B6E-0A8D-39F3E8E1F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C9F348-EB6B-A3DF-1589-393F495B0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A4FA3-C10C-41B7-8347-9635F3B96A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492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FF4B5-D396-7A12-4045-F288E55C5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7FD3BD-F720-00B4-DA5D-B247412378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F93B6-092F-708F-B506-3FC480FB0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B3082-9C42-4EDB-BA4C-00D2A93205F4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ABDB7-5EFB-16E1-48F9-6B8A01B0A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28DE0-5B42-0778-225F-489380982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A4FA3-C10C-41B7-8347-9635F3B96A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439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4B710E-5097-D967-60D2-0AD0472D7D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D0F4A7-62EF-7AB0-CF78-F2FE3E1F2C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669DC-65F6-10E2-CB3B-D78FADCA9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B3082-9C42-4EDB-BA4C-00D2A93205F4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CD83FF-CEC7-2C87-C118-DAA521CAB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870B7-1563-3B7E-0EC7-602EF7193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A4FA3-C10C-41B7-8347-9635F3B96A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0942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983678-80EA-01E3-2E45-6449214E6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D9BA3-CBDA-D849-2378-4CD7FEEE1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25A7B-CA0B-43DE-403D-5D4A7AEC8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BB3082-9C42-4EDB-BA4C-00D2A93205F4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2C8AF-7AB9-FEBC-6ABC-3CC4A4743B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A94BD-37FB-03AF-987F-09859C1664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FA4FA3-C10C-41B7-8347-9635F3B96A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7082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Inal Logo Bold.png">
            <a:extLst>
              <a:ext uri="{FF2B5EF4-FFF2-40B4-BE49-F238E27FC236}">
                <a16:creationId xmlns:a16="http://schemas.microsoft.com/office/drawing/2014/main" id="{46026A7F-4E42-8091-C738-CC58E2013F7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t="28333" b="28333"/>
          <a:stretch>
            <a:fillRect/>
          </a:stretch>
        </p:blipFill>
        <p:spPr>
          <a:xfrm>
            <a:off x="256705" y="179725"/>
            <a:ext cx="2901315" cy="628650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EE9B08C8-CFAA-CFE3-392A-CE49EB1B96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4874" y="1089766"/>
            <a:ext cx="11062252" cy="5287616"/>
          </a:xfrm>
        </p:spPr>
        <p:txBody>
          <a:bodyPr>
            <a:normAutofit/>
          </a:bodyPr>
          <a:lstStyle/>
          <a:p>
            <a:pPr algn="ctr">
              <a:lnSpc>
                <a:spcPct val="200000"/>
              </a:lnSpc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HACKERRUPT’26 – “A 24-hour National Level Hackathon”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b="1" dirty="0">
                <a:solidFill>
                  <a:srgbClr val="FF6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                         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b="1" dirty="0">
                <a:solidFill>
                  <a:srgbClr val="FF6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ID             :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b="1" dirty="0">
                <a:solidFill>
                  <a:srgbClr val="FF6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Name            :</a:t>
            </a:r>
          </a:p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b="1" dirty="0">
                <a:solidFill>
                  <a:srgbClr val="FF6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Leader          :   </a:t>
            </a:r>
            <a:endParaRPr lang="en-US" sz="2000" dirty="0">
              <a:solidFill>
                <a:srgbClr val="FF66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b="1" dirty="0">
                <a:solidFill>
                  <a:srgbClr val="FF6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Institution Name  : </a:t>
            </a:r>
          </a:p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b="1" dirty="0">
                <a:solidFill>
                  <a:srgbClr val="FF6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Domains Used       :</a:t>
            </a:r>
          </a:p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600"/>
              </a:spcAft>
            </a:pPr>
            <a:endParaRPr lang="en-US" dirty="0">
              <a:solidFill>
                <a:srgbClr val="FF66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87E571-91DF-EC88-EB1C-5C019C6A06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7487" y="113050"/>
            <a:ext cx="1222513" cy="101448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Box 2">
            <a:extLst>
              <a:ext uri="{FF2B5EF4-FFF2-40B4-BE49-F238E27FC236}">
                <a16:creationId xmlns:a16="http://schemas.microsoft.com/office/drawing/2014/main" id="{89C533CB-3AAE-3068-1CDE-40F7AC13E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1369" y="179725"/>
            <a:ext cx="5712448" cy="808811"/>
          </a:xfrm>
          <a:prstGeom prst="rect">
            <a:avLst/>
          </a:prstGeom>
          <a:solidFill>
            <a:srgbClr val="FFFFFF"/>
          </a:solidFill>
          <a:ln w="9525">
            <a:solidFill>
              <a:sysClr val="window" lastClr="FFFFFF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3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0" lang="en-IN" sz="2400" b="1" i="1" u="none" strike="noStrike" kern="100" cap="none" spc="0" normalizeH="0" baseline="0" noProof="0" dirty="0">
                <a:ln>
                  <a:noFill/>
                </a:ln>
                <a:solidFill>
                  <a:srgbClr val="323E4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Association of Computer Engineers</a:t>
            </a:r>
            <a:endParaRPr kumimoji="0" lang="en-IN" sz="2200" b="1" i="1" u="none" strike="noStrike" kern="100" cap="none" spc="0" normalizeH="0" baseline="0" noProof="0" dirty="0">
              <a:ln>
                <a:noFill/>
              </a:ln>
              <a:solidFill>
                <a:srgbClr val="323E4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3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lang="en-IN" sz="2200" b="1" kern="100" dirty="0">
                <a:solidFill>
                  <a:srgbClr val="323E4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 of Computer Science Engineering</a:t>
            </a:r>
            <a:endParaRPr kumimoji="0" lang="en-IN" sz="2200" b="0" u="none" strike="noStrike" kern="1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000162DD-33DB-5DB8-385B-AD7D2E9C7E8B}"/>
              </a:ext>
            </a:extLst>
          </p:cNvPr>
          <p:cNvSpPr/>
          <p:nvPr/>
        </p:nvSpPr>
        <p:spPr>
          <a:xfrm>
            <a:off x="0" y="6774597"/>
            <a:ext cx="12192000" cy="45719"/>
          </a:xfrm>
          <a:prstGeom prst="flowChartProcess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49D13EE7-96D5-E684-BCC3-5876F084531B}"/>
              </a:ext>
            </a:extLst>
          </p:cNvPr>
          <p:cNvSpPr/>
          <p:nvPr/>
        </p:nvSpPr>
        <p:spPr>
          <a:xfrm>
            <a:off x="3315" y="6827607"/>
            <a:ext cx="12192000" cy="45719"/>
          </a:xfrm>
          <a:prstGeom prst="flowChartProcess">
            <a:avLst/>
          </a:prstGeom>
          <a:solidFill>
            <a:schemeClr val="accent2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8781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3591C-AD4C-A01D-3E68-7B99BA177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76E14FE4-289E-D817-F04C-02629FF61B24}"/>
              </a:ext>
            </a:extLst>
          </p:cNvPr>
          <p:cNvSpPr txBox="1"/>
          <p:nvPr/>
        </p:nvSpPr>
        <p:spPr>
          <a:xfrm>
            <a:off x="324670" y="221735"/>
            <a:ext cx="3992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>
                <a:solidFill>
                  <a:srgbClr val="FF6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</a:t>
            </a:r>
            <a:endParaRPr lang="en-IN" sz="3200" b="1" i="1" dirty="0">
              <a:solidFill>
                <a:srgbClr val="FF66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951F173-2F8D-B182-EBB4-0AB854203616}"/>
              </a:ext>
            </a:extLst>
          </p:cNvPr>
          <p:cNvCxnSpPr>
            <a:cxnSpLocks/>
          </p:cNvCxnSpPr>
          <p:nvPr/>
        </p:nvCxnSpPr>
        <p:spPr>
          <a:xfrm>
            <a:off x="2455473" y="529644"/>
            <a:ext cx="1468345" cy="0"/>
          </a:xfrm>
          <a:prstGeom prst="line">
            <a:avLst/>
          </a:prstGeom>
          <a:ln w="19050">
            <a:solidFill>
              <a:srgbClr val="FF6600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F7F9F40-38DD-3841-D444-C5A8F984D1F4}"/>
              </a:ext>
            </a:extLst>
          </p:cNvPr>
          <p:cNvSpPr txBox="1"/>
          <p:nvPr/>
        </p:nvSpPr>
        <p:spPr>
          <a:xfrm>
            <a:off x="324670" y="3609461"/>
            <a:ext cx="3992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>
                <a:solidFill>
                  <a:srgbClr val="FF6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AUIDENCE</a:t>
            </a:r>
            <a:endParaRPr lang="en-IN" sz="3200" b="1" i="1" dirty="0">
              <a:solidFill>
                <a:srgbClr val="FF66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9C6DDED-A6D4-9DA7-CF5E-1F521404542F}"/>
              </a:ext>
            </a:extLst>
          </p:cNvPr>
          <p:cNvCxnSpPr>
            <a:cxnSpLocks/>
          </p:cNvCxnSpPr>
          <p:nvPr/>
        </p:nvCxnSpPr>
        <p:spPr>
          <a:xfrm>
            <a:off x="3786562" y="3913422"/>
            <a:ext cx="1468345" cy="0"/>
          </a:xfrm>
          <a:prstGeom prst="line">
            <a:avLst/>
          </a:prstGeom>
          <a:ln w="19050">
            <a:solidFill>
              <a:srgbClr val="FF6600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lowchart: Process 24">
            <a:extLst>
              <a:ext uri="{FF2B5EF4-FFF2-40B4-BE49-F238E27FC236}">
                <a16:creationId xmlns:a16="http://schemas.microsoft.com/office/drawing/2014/main" id="{636CB421-C2D9-1454-9382-3DF1CE09FFB5}"/>
              </a:ext>
            </a:extLst>
          </p:cNvPr>
          <p:cNvSpPr/>
          <p:nvPr/>
        </p:nvSpPr>
        <p:spPr>
          <a:xfrm>
            <a:off x="0" y="6774597"/>
            <a:ext cx="12192000" cy="45719"/>
          </a:xfrm>
          <a:prstGeom prst="flowChartProcess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Flowchart: Process 25">
            <a:extLst>
              <a:ext uri="{FF2B5EF4-FFF2-40B4-BE49-F238E27FC236}">
                <a16:creationId xmlns:a16="http://schemas.microsoft.com/office/drawing/2014/main" id="{94757F13-571E-8505-33DA-FB667D628BA8}"/>
              </a:ext>
            </a:extLst>
          </p:cNvPr>
          <p:cNvSpPr/>
          <p:nvPr/>
        </p:nvSpPr>
        <p:spPr>
          <a:xfrm>
            <a:off x="3315" y="6827607"/>
            <a:ext cx="12192000" cy="45719"/>
          </a:xfrm>
          <a:prstGeom prst="flowChartProcess">
            <a:avLst/>
          </a:prstGeom>
          <a:solidFill>
            <a:schemeClr val="accent2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 Box 2">
            <a:extLst>
              <a:ext uri="{FF2B5EF4-FFF2-40B4-BE49-F238E27FC236}">
                <a16:creationId xmlns:a16="http://schemas.microsoft.com/office/drawing/2014/main" id="{51127224-F560-C57B-EB0B-FB576C6271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34870" y="6400800"/>
            <a:ext cx="1550505" cy="298672"/>
          </a:xfrm>
          <a:prstGeom prst="rect">
            <a:avLst/>
          </a:prstGeom>
          <a:solidFill>
            <a:srgbClr val="FFFFFF">
              <a:alpha val="90000"/>
            </a:srgbClr>
          </a:solidFill>
          <a:ln w="9525">
            <a:solidFill>
              <a:sysClr val="window" lastClr="FFFFFF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7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0" lang="en-IN" b="1" i="1" u="none" strike="noStrike" kern="100" cap="none" spc="0" normalizeH="0" baseline="0" noProof="0" dirty="0">
                <a:ln>
                  <a:noFill/>
                </a:ln>
                <a:solidFill>
                  <a:srgbClr val="323E4F">
                    <a:alpha val="3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Hackerrupt’26</a:t>
            </a:r>
            <a:endParaRPr kumimoji="0" lang="en-IN" b="0" i="0" u="none" strike="noStrike" kern="100" cap="none" spc="0" normalizeH="0" baseline="0" noProof="0" dirty="0">
              <a:ln>
                <a:noFill/>
              </a:ln>
              <a:solidFill>
                <a:srgbClr val="323E4F">
                  <a:alpha val="3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89A83A-B0A3-9B25-1194-FC070E229C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1654" y="102323"/>
            <a:ext cx="965676" cy="801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81208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AA3DD-53EE-F97C-E5B0-42E96C3D3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54F66B-EC7E-B39A-73A8-D329986AD741}"/>
              </a:ext>
            </a:extLst>
          </p:cNvPr>
          <p:cNvSpPr txBox="1"/>
          <p:nvPr/>
        </p:nvSpPr>
        <p:spPr>
          <a:xfrm>
            <a:off x="324670" y="221735"/>
            <a:ext cx="3992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>
                <a:solidFill>
                  <a:srgbClr val="FF6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</a:t>
            </a:r>
            <a:endParaRPr lang="en-IN" sz="3200" b="1" i="1" dirty="0">
              <a:solidFill>
                <a:srgbClr val="FF66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7487E51-81DC-27C6-BA19-0B20FB0499CB}"/>
              </a:ext>
            </a:extLst>
          </p:cNvPr>
          <p:cNvCxnSpPr/>
          <p:nvPr/>
        </p:nvCxnSpPr>
        <p:spPr>
          <a:xfrm>
            <a:off x="2420748" y="494919"/>
            <a:ext cx="2103120" cy="0"/>
          </a:xfrm>
          <a:prstGeom prst="line">
            <a:avLst/>
          </a:prstGeom>
          <a:ln w="19050">
            <a:solidFill>
              <a:srgbClr val="FF6600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C7A64AA1-882F-09C2-1974-F1E8EC10EC3C}"/>
              </a:ext>
            </a:extLst>
          </p:cNvPr>
          <p:cNvSpPr/>
          <p:nvPr/>
        </p:nvSpPr>
        <p:spPr>
          <a:xfrm>
            <a:off x="0" y="6774597"/>
            <a:ext cx="12192000" cy="45719"/>
          </a:xfrm>
          <a:prstGeom prst="flowChartProcess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36BCEDE5-4B49-A29E-955E-3214CC871FAD}"/>
              </a:ext>
            </a:extLst>
          </p:cNvPr>
          <p:cNvSpPr/>
          <p:nvPr/>
        </p:nvSpPr>
        <p:spPr>
          <a:xfrm>
            <a:off x="3315" y="6827607"/>
            <a:ext cx="12192000" cy="45719"/>
          </a:xfrm>
          <a:prstGeom prst="flowChartProcess">
            <a:avLst/>
          </a:prstGeom>
          <a:solidFill>
            <a:schemeClr val="accent2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0CA0F558-A4A6-4901-940F-0ECA5CC779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34870" y="6400800"/>
            <a:ext cx="1550505" cy="298672"/>
          </a:xfrm>
          <a:prstGeom prst="rect">
            <a:avLst/>
          </a:prstGeom>
          <a:solidFill>
            <a:srgbClr val="FFFFFF">
              <a:alpha val="90000"/>
            </a:srgbClr>
          </a:solidFill>
          <a:ln w="9525">
            <a:solidFill>
              <a:sysClr val="window" lastClr="FFFFFF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7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0" lang="en-IN" b="1" i="1" u="none" strike="noStrike" kern="100" cap="none" spc="0" normalizeH="0" baseline="0" noProof="0" dirty="0">
                <a:ln>
                  <a:noFill/>
                </a:ln>
                <a:solidFill>
                  <a:srgbClr val="323E4F">
                    <a:alpha val="3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Hackerrupt’26</a:t>
            </a:r>
            <a:endParaRPr kumimoji="0" lang="en-IN" b="0" i="0" u="none" strike="noStrike" kern="100" cap="none" spc="0" normalizeH="0" baseline="0" noProof="0" dirty="0">
              <a:ln>
                <a:noFill/>
              </a:ln>
              <a:solidFill>
                <a:srgbClr val="323E4F">
                  <a:alpha val="3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A6011D-3F2F-81CC-DED4-08463AC99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1654" y="102323"/>
            <a:ext cx="965676" cy="801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17205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979D6-5658-778F-5121-4B5E107BD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AB0B52-5B85-1E00-2662-0B9728BD1213}"/>
              </a:ext>
            </a:extLst>
          </p:cNvPr>
          <p:cNvSpPr txBox="1"/>
          <p:nvPr/>
        </p:nvSpPr>
        <p:spPr>
          <a:xfrm>
            <a:off x="324670" y="221735"/>
            <a:ext cx="59140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>
                <a:solidFill>
                  <a:srgbClr val="FF6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ARCHITECTURE DIAGRAM</a:t>
            </a:r>
            <a:endParaRPr lang="en-IN" sz="3200" b="1" i="1" dirty="0">
              <a:solidFill>
                <a:srgbClr val="FF66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376824B-ECF3-DEB2-E84F-4592B29BE53F}"/>
              </a:ext>
            </a:extLst>
          </p:cNvPr>
          <p:cNvCxnSpPr/>
          <p:nvPr/>
        </p:nvCxnSpPr>
        <p:spPr>
          <a:xfrm>
            <a:off x="5044440" y="529643"/>
            <a:ext cx="2103120" cy="0"/>
          </a:xfrm>
          <a:prstGeom prst="line">
            <a:avLst/>
          </a:prstGeom>
          <a:ln w="19050">
            <a:solidFill>
              <a:srgbClr val="FF6600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B32CBBAF-7365-5CB1-52CA-DA6AB3DBA5CD}"/>
              </a:ext>
            </a:extLst>
          </p:cNvPr>
          <p:cNvSpPr/>
          <p:nvPr/>
        </p:nvSpPr>
        <p:spPr>
          <a:xfrm>
            <a:off x="0" y="6774597"/>
            <a:ext cx="12192000" cy="45719"/>
          </a:xfrm>
          <a:prstGeom prst="flowChartProcess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27C90153-72C4-67E0-C858-097F1FFE02CC}"/>
              </a:ext>
            </a:extLst>
          </p:cNvPr>
          <p:cNvSpPr/>
          <p:nvPr/>
        </p:nvSpPr>
        <p:spPr>
          <a:xfrm>
            <a:off x="3315" y="6827607"/>
            <a:ext cx="12192000" cy="45719"/>
          </a:xfrm>
          <a:prstGeom prst="flowChartProcess">
            <a:avLst/>
          </a:prstGeom>
          <a:solidFill>
            <a:schemeClr val="accent2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8C959FAF-955A-6F4B-94DA-4330EBA455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34870" y="6400800"/>
            <a:ext cx="1550505" cy="298672"/>
          </a:xfrm>
          <a:prstGeom prst="rect">
            <a:avLst/>
          </a:prstGeom>
          <a:solidFill>
            <a:srgbClr val="FFFFFF">
              <a:alpha val="90000"/>
            </a:srgbClr>
          </a:solidFill>
          <a:ln w="9525">
            <a:solidFill>
              <a:sysClr val="window" lastClr="FFFFFF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7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0" lang="en-IN" b="1" i="1" u="none" strike="noStrike" kern="100" cap="none" spc="0" normalizeH="0" baseline="0" noProof="0" dirty="0">
                <a:ln>
                  <a:noFill/>
                </a:ln>
                <a:solidFill>
                  <a:srgbClr val="323E4F">
                    <a:alpha val="3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Hackerrupt’26</a:t>
            </a:r>
            <a:endParaRPr kumimoji="0" lang="en-IN" b="0" i="0" u="none" strike="noStrike" kern="100" cap="none" spc="0" normalizeH="0" baseline="0" noProof="0" dirty="0">
              <a:ln>
                <a:noFill/>
              </a:ln>
              <a:solidFill>
                <a:srgbClr val="323E4F">
                  <a:alpha val="3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BF1758-FBA8-826A-E7DD-D74C12BD39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1654" y="102323"/>
            <a:ext cx="965676" cy="801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77318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54419-D96F-E11B-8B35-C67135D59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5980CC-AFB9-3F46-5B53-B0AC717B4CDB}"/>
              </a:ext>
            </a:extLst>
          </p:cNvPr>
          <p:cNvSpPr txBox="1"/>
          <p:nvPr/>
        </p:nvSpPr>
        <p:spPr>
          <a:xfrm>
            <a:off x="324670" y="221735"/>
            <a:ext cx="6353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>
                <a:solidFill>
                  <a:srgbClr val="FF6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 STACK AND DEV. PIPELINE</a:t>
            </a:r>
            <a:endParaRPr lang="en-IN" sz="3200" b="1" i="1" dirty="0">
              <a:solidFill>
                <a:srgbClr val="FF66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53EC5F8-0124-1130-13DB-7391EC88156D}"/>
              </a:ext>
            </a:extLst>
          </p:cNvPr>
          <p:cNvCxnSpPr/>
          <p:nvPr/>
        </p:nvCxnSpPr>
        <p:spPr>
          <a:xfrm>
            <a:off x="5960961" y="541218"/>
            <a:ext cx="2103120" cy="0"/>
          </a:xfrm>
          <a:prstGeom prst="line">
            <a:avLst/>
          </a:prstGeom>
          <a:ln w="19050">
            <a:solidFill>
              <a:srgbClr val="FF6600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653188C7-5D1C-FB29-76F5-76638A5BD518}"/>
              </a:ext>
            </a:extLst>
          </p:cNvPr>
          <p:cNvSpPr/>
          <p:nvPr/>
        </p:nvSpPr>
        <p:spPr>
          <a:xfrm>
            <a:off x="0" y="6774597"/>
            <a:ext cx="12192000" cy="45719"/>
          </a:xfrm>
          <a:prstGeom prst="flowChartProcess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DAC497E0-D026-91F6-B57A-6941770B1285}"/>
              </a:ext>
            </a:extLst>
          </p:cNvPr>
          <p:cNvSpPr/>
          <p:nvPr/>
        </p:nvSpPr>
        <p:spPr>
          <a:xfrm>
            <a:off x="3315" y="6827607"/>
            <a:ext cx="12192000" cy="45719"/>
          </a:xfrm>
          <a:prstGeom prst="flowChartProcess">
            <a:avLst/>
          </a:prstGeom>
          <a:solidFill>
            <a:schemeClr val="accent2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 Box 2">
            <a:extLst>
              <a:ext uri="{FF2B5EF4-FFF2-40B4-BE49-F238E27FC236}">
                <a16:creationId xmlns:a16="http://schemas.microsoft.com/office/drawing/2014/main" id="{FFC3B3AB-E367-5417-376E-7A3E2ECC3F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34870" y="6400800"/>
            <a:ext cx="1550505" cy="298672"/>
          </a:xfrm>
          <a:prstGeom prst="rect">
            <a:avLst/>
          </a:prstGeom>
          <a:solidFill>
            <a:srgbClr val="FFFFFF">
              <a:alpha val="90000"/>
            </a:srgbClr>
          </a:solidFill>
          <a:ln w="9525">
            <a:solidFill>
              <a:sysClr val="window" lastClr="FFFFFF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7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0" lang="en-IN" b="1" i="1" u="none" strike="noStrike" kern="100" cap="none" spc="0" normalizeH="0" baseline="0" noProof="0" dirty="0">
                <a:ln>
                  <a:noFill/>
                </a:ln>
                <a:solidFill>
                  <a:srgbClr val="323E4F">
                    <a:alpha val="3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Hackerrupt’26</a:t>
            </a:r>
            <a:endParaRPr kumimoji="0" lang="en-IN" b="0" i="0" u="none" strike="noStrike" kern="100" cap="none" spc="0" normalizeH="0" baseline="0" noProof="0" dirty="0">
              <a:ln>
                <a:noFill/>
              </a:ln>
              <a:solidFill>
                <a:srgbClr val="323E4F">
                  <a:alpha val="3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A917F3D-F696-3F2A-639F-08FC06AF3D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1654" y="102323"/>
            <a:ext cx="965676" cy="801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81610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8107C-F719-519C-DBF8-92791ED26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B9C127-B3A2-9E02-5DDB-5A24F9BC9FF6}"/>
              </a:ext>
            </a:extLst>
          </p:cNvPr>
          <p:cNvSpPr txBox="1"/>
          <p:nvPr/>
        </p:nvSpPr>
        <p:spPr>
          <a:xfrm>
            <a:off x="404182" y="238892"/>
            <a:ext cx="58177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>
                <a:solidFill>
                  <a:srgbClr val="FF6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METRICS, FEASIBILITY, NOVELTY</a:t>
            </a:r>
            <a:endParaRPr lang="en-IN" sz="3200" b="1" i="1" dirty="0">
              <a:solidFill>
                <a:srgbClr val="FF66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1BCAA71-1749-E709-CB57-1F8CD8249C0C}"/>
              </a:ext>
            </a:extLst>
          </p:cNvPr>
          <p:cNvCxnSpPr>
            <a:cxnSpLocks/>
          </p:cNvCxnSpPr>
          <p:nvPr/>
        </p:nvCxnSpPr>
        <p:spPr>
          <a:xfrm>
            <a:off x="5948272" y="541219"/>
            <a:ext cx="2103120" cy="0"/>
          </a:xfrm>
          <a:prstGeom prst="line">
            <a:avLst/>
          </a:prstGeom>
          <a:ln w="19050">
            <a:solidFill>
              <a:srgbClr val="FF6600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8238CBB7-FC5D-228D-02BB-4AFA92CA4EE5}"/>
              </a:ext>
            </a:extLst>
          </p:cNvPr>
          <p:cNvSpPr/>
          <p:nvPr/>
        </p:nvSpPr>
        <p:spPr>
          <a:xfrm>
            <a:off x="0" y="6774597"/>
            <a:ext cx="12192000" cy="45719"/>
          </a:xfrm>
          <a:prstGeom prst="flowChartProcess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7973E5D5-5A7C-02FB-2E0C-9389E3276236}"/>
              </a:ext>
            </a:extLst>
          </p:cNvPr>
          <p:cNvSpPr/>
          <p:nvPr/>
        </p:nvSpPr>
        <p:spPr>
          <a:xfrm>
            <a:off x="3315" y="6827607"/>
            <a:ext cx="12192000" cy="45719"/>
          </a:xfrm>
          <a:prstGeom prst="flowChartProcess">
            <a:avLst/>
          </a:prstGeom>
          <a:solidFill>
            <a:schemeClr val="accent2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7D2CD2EA-D639-B8A7-E9DD-2615CD95F8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34870" y="6400800"/>
            <a:ext cx="1550505" cy="298672"/>
          </a:xfrm>
          <a:prstGeom prst="rect">
            <a:avLst/>
          </a:prstGeom>
          <a:solidFill>
            <a:srgbClr val="FFFFFF">
              <a:alpha val="90000"/>
            </a:srgbClr>
          </a:solidFill>
          <a:ln w="9525">
            <a:solidFill>
              <a:sysClr val="window" lastClr="FFFFFF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7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0" lang="en-IN" b="1" i="1" u="none" strike="noStrike" kern="100" cap="none" spc="0" normalizeH="0" baseline="0" noProof="0" dirty="0">
                <a:ln>
                  <a:noFill/>
                </a:ln>
                <a:solidFill>
                  <a:srgbClr val="323E4F">
                    <a:alpha val="3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Hackerrupt’26</a:t>
            </a:r>
            <a:endParaRPr kumimoji="0" lang="en-IN" b="0" i="0" u="none" strike="noStrike" kern="100" cap="none" spc="0" normalizeH="0" baseline="0" noProof="0" dirty="0">
              <a:ln>
                <a:noFill/>
              </a:ln>
              <a:solidFill>
                <a:srgbClr val="323E4F">
                  <a:alpha val="3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396565-F1EA-2ED6-415A-5849879D9F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1654" y="102323"/>
            <a:ext cx="965676" cy="801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11516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B9A07-5F79-D3AA-5F2A-0E6F73A0D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F52307-B6E8-3DD8-2F1A-80E527704DF1}"/>
              </a:ext>
            </a:extLst>
          </p:cNvPr>
          <p:cNvSpPr txBox="1"/>
          <p:nvPr/>
        </p:nvSpPr>
        <p:spPr>
          <a:xfrm>
            <a:off x="348334" y="239114"/>
            <a:ext cx="4297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>
                <a:solidFill>
                  <a:srgbClr val="FF6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MEMBER DETAILS</a:t>
            </a:r>
            <a:endParaRPr lang="en-IN" sz="3200" b="1" i="1" dirty="0">
              <a:solidFill>
                <a:srgbClr val="FF66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813D830-3F35-81DB-D9D8-4EEC308272CF}"/>
              </a:ext>
            </a:extLst>
          </p:cNvPr>
          <p:cNvCxnSpPr>
            <a:cxnSpLocks/>
          </p:cNvCxnSpPr>
          <p:nvPr/>
        </p:nvCxnSpPr>
        <p:spPr>
          <a:xfrm>
            <a:off x="4768127" y="560702"/>
            <a:ext cx="2029460" cy="0"/>
          </a:xfrm>
          <a:prstGeom prst="line">
            <a:avLst/>
          </a:prstGeom>
          <a:ln w="19050">
            <a:solidFill>
              <a:srgbClr val="FF6600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Google Shape;238;p4">
            <a:extLst>
              <a:ext uri="{FF2B5EF4-FFF2-40B4-BE49-F238E27FC236}">
                <a16:creationId xmlns:a16="http://schemas.microsoft.com/office/drawing/2014/main" id="{F11B31D8-CDA2-8D13-AEC9-7F1F5474C5D0}"/>
              </a:ext>
            </a:extLst>
          </p:cNvPr>
          <p:cNvSpPr txBox="1">
            <a:spLocks/>
          </p:cNvSpPr>
          <p:nvPr/>
        </p:nvSpPr>
        <p:spPr>
          <a:xfrm>
            <a:off x="568025" y="1128836"/>
            <a:ext cx="10802339" cy="4924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Clr>
                <a:srgbClr val="5D7C3F"/>
              </a:buClr>
              <a:buSzPts val="1200"/>
            </a:pPr>
            <a:r>
              <a:rPr lang="en-US" sz="16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Leader Name :</a:t>
            </a:r>
            <a:r>
              <a:rPr lang="en-US" sz="1600" b="1" dirty="0">
                <a:solidFill>
                  <a:srgbClr val="8D3DB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1600" b="1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 Here</a:t>
            </a:r>
          </a:p>
          <a:p>
            <a:pPr marL="0" indent="0">
              <a:buClr>
                <a:srgbClr val="5D7C3F"/>
              </a:buClr>
              <a:buSzPts val="1200"/>
            </a:pPr>
            <a:endParaRPr lang="en-US" sz="1600" b="1" dirty="0">
              <a:solidFill>
                <a:srgbClr val="8D3DB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Clr>
                <a:srgbClr val="5D7C3F"/>
              </a:buClr>
              <a:buSzPts val="1200"/>
            </a:pPr>
            <a:r>
              <a:rPr lang="en-US" sz="16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Leader Mobile no:</a:t>
            </a:r>
            <a:r>
              <a:rPr lang="en-US" sz="1600" b="1" dirty="0">
                <a:solidFill>
                  <a:srgbClr val="8D3DB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1600" b="1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 Here</a:t>
            </a:r>
            <a:r>
              <a:rPr lang="en-US" sz="1600" b="1" dirty="0">
                <a:solidFill>
                  <a:srgbClr val="8D3DB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</a:t>
            </a:r>
            <a:endParaRPr lang="en-US" sz="1600" dirty="0">
              <a:solidFill>
                <a:srgbClr val="8D3DB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1000"/>
              </a:spcBef>
              <a:buClr>
                <a:srgbClr val="5D7C3F"/>
              </a:buClr>
              <a:buSzPts val="1200"/>
            </a:pPr>
            <a:r>
              <a:rPr lang="en-US" sz="16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Leader Email-id:</a:t>
            </a:r>
            <a:r>
              <a:rPr lang="en-US" sz="1600" b="1" dirty="0">
                <a:solidFill>
                  <a:srgbClr val="8D3DB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1600" b="1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 Here</a:t>
            </a:r>
            <a:r>
              <a:rPr lang="en-US" sz="1600" b="1" dirty="0">
                <a:solidFill>
                  <a:srgbClr val="8D3DB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</a:t>
            </a:r>
          </a:p>
          <a:p>
            <a:pPr marL="0" indent="0">
              <a:spcBef>
                <a:spcPts val="1000"/>
              </a:spcBef>
              <a:buClr>
                <a:srgbClr val="5D7C3F"/>
              </a:buClr>
              <a:buSzPts val="1200"/>
            </a:pPr>
            <a:r>
              <a:rPr lang="en-US" sz="16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Member 1 Name:</a:t>
            </a:r>
            <a:r>
              <a:rPr lang="en-US" sz="1600" b="1" dirty="0">
                <a:solidFill>
                  <a:srgbClr val="8D3DB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 Your Name Here</a:t>
            </a:r>
            <a:endParaRPr lang="en-US" sz="1600" dirty="0">
              <a:solidFill>
                <a:srgbClr val="66666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1000"/>
              </a:spcBef>
              <a:buClr>
                <a:schemeClr val="dk1"/>
              </a:buClr>
              <a:buSzPts val="1200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Branch (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B.Tech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/B.E):			                     Stream (ECE, CSE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etc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):		Year (I,II,III,IV): </a:t>
            </a:r>
          </a:p>
          <a:p>
            <a:pPr marL="0" indent="0">
              <a:spcBef>
                <a:spcPts val="1000"/>
              </a:spcBef>
              <a:buClr>
                <a:srgbClr val="5D7C3F"/>
              </a:buClr>
              <a:buSzPts val="1200"/>
            </a:pPr>
            <a:r>
              <a:rPr lang="en-US" sz="16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Member 2 Name:</a:t>
            </a:r>
            <a:r>
              <a:rPr lang="en-US" sz="1600" b="1" dirty="0">
                <a:solidFill>
                  <a:srgbClr val="8D3DB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 Your Name Here</a:t>
            </a:r>
            <a:endParaRPr lang="en-US" sz="1600" dirty="0">
              <a:solidFill>
                <a:srgbClr val="66666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1000"/>
              </a:spcBef>
              <a:buClr>
                <a:schemeClr val="dk1"/>
              </a:buClr>
              <a:buSzPts val="1200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Branch (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B.Tech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/B.E):			                     Stream (ECE, CSE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etc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):		Year (I,II,III,IV): </a:t>
            </a:r>
          </a:p>
          <a:p>
            <a:pPr marL="0" indent="0">
              <a:spcBef>
                <a:spcPts val="1000"/>
              </a:spcBef>
              <a:buClr>
                <a:srgbClr val="5D7C3F"/>
              </a:buClr>
              <a:buSzPts val="1200"/>
            </a:pPr>
            <a:r>
              <a:rPr lang="en-US" sz="16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Member 3 Name:</a:t>
            </a:r>
            <a:r>
              <a:rPr lang="en-US" sz="1600" b="1" dirty="0">
                <a:solidFill>
                  <a:srgbClr val="8D3DB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 Your Name Here</a:t>
            </a:r>
            <a:endParaRPr lang="en-US" sz="1600" dirty="0">
              <a:solidFill>
                <a:srgbClr val="66666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1000"/>
              </a:spcBef>
              <a:buClr>
                <a:schemeClr val="dk1"/>
              </a:buClr>
              <a:buSzPts val="1200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Branch (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B.Tech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/B.E):                       		 Stream (ECE, CSE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etc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):		Year (I,II,III,IV): </a:t>
            </a:r>
          </a:p>
          <a:p>
            <a:pPr marL="0" indent="0">
              <a:spcBef>
                <a:spcPts val="1000"/>
              </a:spcBef>
              <a:buClr>
                <a:srgbClr val="5D7C3F"/>
              </a:buClr>
              <a:buSzPts val="1200"/>
            </a:pPr>
            <a:r>
              <a:rPr lang="en-US" sz="16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Member 4 Name: (Fill this is you 4 members)</a:t>
            </a:r>
            <a:r>
              <a:rPr lang="en-US" sz="1600" b="1" dirty="0">
                <a:solidFill>
                  <a:srgbClr val="8D3DB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 Your Name Here</a:t>
            </a:r>
            <a:endParaRPr lang="en-US" sz="1600" dirty="0">
              <a:solidFill>
                <a:srgbClr val="66666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1000"/>
              </a:spcBef>
              <a:buClr>
                <a:schemeClr val="dk1"/>
              </a:buClr>
              <a:buSzPts val="1200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Branch (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B.Tech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/B.E):			                     Stream (ECE, CSE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etc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):		Year (I,II,III,IV): </a:t>
            </a: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F60CE42B-5239-1614-851A-1947DE6D0A97}"/>
              </a:ext>
            </a:extLst>
          </p:cNvPr>
          <p:cNvSpPr/>
          <p:nvPr/>
        </p:nvSpPr>
        <p:spPr>
          <a:xfrm>
            <a:off x="0" y="6774597"/>
            <a:ext cx="12192000" cy="45719"/>
          </a:xfrm>
          <a:prstGeom prst="flowChartProcess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BCD91B61-BC79-BB29-7615-A007CD75E37B}"/>
              </a:ext>
            </a:extLst>
          </p:cNvPr>
          <p:cNvSpPr/>
          <p:nvPr/>
        </p:nvSpPr>
        <p:spPr>
          <a:xfrm>
            <a:off x="3315" y="6827607"/>
            <a:ext cx="12192000" cy="45719"/>
          </a:xfrm>
          <a:prstGeom prst="flowChartProcess">
            <a:avLst/>
          </a:prstGeom>
          <a:solidFill>
            <a:schemeClr val="accent2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F8561FEF-5BE7-E93A-9AA1-A3EF6F0D2F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34870" y="6400800"/>
            <a:ext cx="1550505" cy="298672"/>
          </a:xfrm>
          <a:prstGeom prst="rect">
            <a:avLst/>
          </a:prstGeom>
          <a:solidFill>
            <a:srgbClr val="FFFFFF">
              <a:alpha val="90000"/>
            </a:srgbClr>
          </a:solidFill>
          <a:ln w="9525">
            <a:solidFill>
              <a:sysClr val="window" lastClr="FFFFFF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7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0" lang="en-IN" b="1" i="1" u="none" strike="noStrike" kern="100" cap="none" spc="0" normalizeH="0" baseline="0" noProof="0" dirty="0">
                <a:ln>
                  <a:noFill/>
                </a:ln>
                <a:solidFill>
                  <a:srgbClr val="323E4F">
                    <a:alpha val="3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Hackerrupt’26</a:t>
            </a:r>
            <a:endParaRPr kumimoji="0" lang="en-IN" b="0" i="0" u="none" strike="noStrike" kern="100" cap="none" spc="0" normalizeH="0" baseline="0" noProof="0" dirty="0">
              <a:ln>
                <a:noFill/>
              </a:ln>
              <a:solidFill>
                <a:srgbClr val="323E4F">
                  <a:alpha val="3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3288058-19BA-2179-F16E-89B08BC256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1654" y="102323"/>
            <a:ext cx="965676" cy="801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10312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E4350-F043-AF3E-9686-C10D5B3BD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F62607-A2D3-89A5-56F2-85872BD9489E}"/>
              </a:ext>
            </a:extLst>
          </p:cNvPr>
          <p:cNvSpPr txBox="1"/>
          <p:nvPr/>
        </p:nvSpPr>
        <p:spPr>
          <a:xfrm>
            <a:off x="1358590" y="950493"/>
            <a:ext cx="7805288" cy="5102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 fontAlgn="base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Keep the slides a maximum of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pages. 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Modification of the given PPT template is not allowed</a:t>
            </a:r>
            <a:endParaRPr lang="en-US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rtl="0" fontAlgn="base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the topics of your idea should be utilized.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Avoid using paragraphs and try to use bulletin points.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ibre Franklin"/>
              </a:rPr>
              <a:t>Idea should be unique and novel. If it has business potential more weightage will be given.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ibre Franklin"/>
              </a:rPr>
              <a:t>Apart from this PPT abstract of your idea will be asked separately while submitting (Optional).</a:t>
            </a:r>
            <a:endParaRPr lang="en-US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rtl="0" fontAlgn="base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can delete this slide (Points to be noted) once you are done.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 you have a backup of PPT that you have made.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0E0105-EFB6-992F-44AF-EBD25675E803}"/>
              </a:ext>
            </a:extLst>
          </p:cNvPr>
          <p:cNvSpPr txBox="1"/>
          <p:nvPr/>
        </p:nvSpPr>
        <p:spPr>
          <a:xfrm>
            <a:off x="254000" y="184868"/>
            <a:ext cx="4297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>
                <a:solidFill>
                  <a:srgbClr val="FF6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POINTS TO BE NOTED</a:t>
            </a:r>
            <a:endParaRPr lang="en-IN" sz="3200" b="1" i="1" dirty="0">
              <a:solidFill>
                <a:srgbClr val="FF66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07EDD4F-AC77-1756-2278-4B461221530E}"/>
              </a:ext>
            </a:extLst>
          </p:cNvPr>
          <p:cNvCxnSpPr>
            <a:cxnSpLocks/>
          </p:cNvCxnSpPr>
          <p:nvPr/>
        </p:nvCxnSpPr>
        <p:spPr>
          <a:xfrm>
            <a:off x="4149145" y="499914"/>
            <a:ext cx="2029460" cy="0"/>
          </a:xfrm>
          <a:prstGeom prst="line">
            <a:avLst/>
          </a:prstGeom>
          <a:ln w="19050">
            <a:solidFill>
              <a:srgbClr val="FF6600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41DC09E5-E6CD-4C46-D9AB-10C63B2E0079}"/>
              </a:ext>
            </a:extLst>
          </p:cNvPr>
          <p:cNvSpPr/>
          <p:nvPr/>
        </p:nvSpPr>
        <p:spPr>
          <a:xfrm>
            <a:off x="0" y="6774597"/>
            <a:ext cx="12192000" cy="45719"/>
          </a:xfrm>
          <a:prstGeom prst="flowChartProcess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E53A8888-7EA6-542B-1B4B-7BA21C7CB423}"/>
              </a:ext>
            </a:extLst>
          </p:cNvPr>
          <p:cNvSpPr/>
          <p:nvPr/>
        </p:nvSpPr>
        <p:spPr>
          <a:xfrm>
            <a:off x="3315" y="6827607"/>
            <a:ext cx="12192000" cy="45719"/>
          </a:xfrm>
          <a:prstGeom prst="flowChartProcess">
            <a:avLst/>
          </a:prstGeom>
          <a:solidFill>
            <a:schemeClr val="accent2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8F6F4422-8A09-CC1F-BE6D-CB74883BC3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34870" y="6400800"/>
            <a:ext cx="1550505" cy="298672"/>
          </a:xfrm>
          <a:prstGeom prst="rect">
            <a:avLst/>
          </a:prstGeom>
          <a:solidFill>
            <a:srgbClr val="FFFFFF">
              <a:alpha val="90000"/>
            </a:srgbClr>
          </a:solidFill>
          <a:ln w="9525">
            <a:solidFill>
              <a:sysClr val="window" lastClr="FFFFFF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7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0" lang="en-IN" b="1" i="1" u="none" strike="noStrike" kern="100" cap="none" spc="0" normalizeH="0" baseline="0" noProof="0" dirty="0">
                <a:ln>
                  <a:noFill/>
                </a:ln>
                <a:solidFill>
                  <a:srgbClr val="323E4F">
                    <a:alpha val="3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Hackerrupt’26</a:t>
            </a:r>
            <a:endParaRPr kumimoji="0" lang="en-IN" b="0" i="0" u="none" strike="noStrike" kern="100" cap="none" spc="0" normalizeH="0" baseline="0" noProof="0" dirty="0">
              <a:ln>
                <a:noFill/>
              </a:ln>
              <a:solidFill>
                <a:srgbClr val="323E4F">
                  <a:alpha val="3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7B8117-D379-63D8-B616-261247DF8C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1654" y="102323"/>
            <a:ext cx="965676" cy="801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25498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365</Words>
  <Application>Microsoft Office PowerPoint</Application>
  <PresentationFormat>Widescreen</PresentationFormat>
  <Paragraphs>44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Noto Sans Symbols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Mithun S</dc:creator>
  <cp:lastModifiedBy>Mithun S</cp:lastModifiedBy>
  <cp:revision>6</cp:revision>
  <dcterms:created xsi:type="dcterms:W3CDTF">2026-01-11T07:08:49Z</dcterms:created>
  <dcterms:modified xsi:type="dcterms:W3CDTF">2026-01-14T13:19:32Z</dcterms:modified>
</cp:coreProperties>
</file>